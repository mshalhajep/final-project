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0881360" cy="6126480"/>
          </a:xfrm>
          <a:prstGeom prst="roundRect">
            <a:avLst/>
          </a:prstGeom>
          <a:noFill/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1" lang="ar-SA" rtl="1">
                <a:solidFill>
                  <a:srgbClr val="C59B27"/>
                </a:solidFill>
                <a:latin typeface="Cairo"/>
                <a:ea typeface="Cairo"/>
                <a:cs typeface="Cairo"/>
              </a:rPr>
              <a:t>مشروع التخرج الأكاديمي: </a:t>
            </a:r>
            <a:r>
              <a:rPr sz="1600" b="1" lang="en-US" rtl="0">
                <a:solidFill>
                  <a:srgbClr val="FFFFFF"/>
                </a:solidFill>
                <a:latin typeface="Segoe UI"/>
                <a:latin typeface="Segoe UI"/>
              </a:rPr>
              <a:t>LOCAL 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600" b="1" lang="ar-SA" rtl="1">
                <a:solidFill>
                  <a:srgbClr val="FFFFFF"/>
                </a:solidFill>
                <a:latin typeface="Cairo"/>
                <a:ea typeface="Cairo"/>
                <a:cs typeface="Cairo"/>
              </a:rPr>
              <a:t>العنوان الرئيسي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800" b="1" lang="ar-SA" rtl="1">
                <a:solidFill>
                  <a:srgbClr val="E4BB41"/>
                </a:solidFill>
                <a:latin typeface="Cairo"/>
                <a:ea typeface="Cairo"/>
                <a:cs typeface="Cairo"/>
              </a:rPr>
              <a:t>العنوان الفرعي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54864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  <a:latin typeface="Segoe UI"/>
              </a:rPr>
              <a:t>Offline Local P2P Communication  |  Track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10515600" cy="237744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800" b="1" lang="ar-SA" rtl="1">
                <a:solidFill>
                  <a:srgbClr val="FFFFFF"/>
                </a:solidFill>
                <a:latin typeface="Cairo"/>
                <a:ea typeface="Cairo"/>
                <a:cs typeface="Cairo"/>
              </a:rPr>
              <a:t>إعداد الطلاب: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١. مشعل حاجب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٢. قحطان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٣. محمد العيدروس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٤. أواب النزيلي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٥. محمد العواضي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200" b="0" lang="ar-SA" rtl="1">
                <a:solidFill>
                  <a:srgbClr val="9E7B1E"/>
                </a:solidFill>
                <a:latin typeface="Cairo"/>
                <a:ea typeface="Cairo"/>
                <a:cs typeface="Cairo"/>
              </a:rPr>
              <a:t>العرض النهائي الأكاديمي  •  12 شريحة محكمة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
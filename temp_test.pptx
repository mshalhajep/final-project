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600" b="0" lang="ar-SA" rtl="1">
                <a:solidFill>
                  <a:srgbClr val="FFFFFF"/>
                </a:solidFill>
                <a:latin typeface="Cairo"/>
                <a:ea typeface="Cairo"/>
                <a:cs typeface="Cairo"/>
              </a:rPr>
              <a:t>مشروع التخرج: </a:t>
            </a:r>
            <a:r>
              <a:rPr sz="1400" b="0" lang="en-US" rtl="0">
                <a:solidFill>
                  <a:srgbClr val="E4BB41"/>
                </a:solidFill>
                <a:latin typeface="Segoe UI"/>
                <a:latin typeface="Segoe UI"/>
              </a:rPr>
              <a:t>LOCAL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